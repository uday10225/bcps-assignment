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main idea of “Digital Literacy for Everyday Life” and give a brief everyday example. Ask learners to connect the tip to their own study or work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main idea of “What digital literacy means” and give a brief everyday example. Ask learners to connect the tip to their own study or work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main idea of “Organizing files” and give a brief everyday example. Ask learners to connect the tip to their own study or work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main idea of “Finding reliable information” and give a brief everyday example. Ask learners to connect the tip to their own study or work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main idea of “Online safety” and give a brief everyday example. Ask learners to connect the tip to their own study or work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main idea of “Communicating responsibly” and give a brief everyday example. Ask learners to connect the tip to their own study or work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main idea of “Office tools” and give a brief everyday example. Ask learners to connect the tip to their own study or work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main idea of “Summary and questions” and give a brief everyday example. Ask learners to connect the tip to their own study or work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Digital Literacy for Everyday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A3642"/>
                </a:solidFill>
              </a:defRPr>
            </a:pPr>
            <a:r>
              <a:t>BCPS Computer Practical 09–10</a:t>
            </a:r>
          </a:p>
          <a:p>
            <a:pPr>
              <a:spcAft>
                <a:spcPts val="1800"/>
              </a:spcAft>
              <a:defRPr sz="2400">
                <a:solidFill>
                  <a:srgbClr val="2A3642"/>
                </a:solidFill>
              </a:defRPr>
            </a:pPr>
            <a:r>
              <a:t>Prepared by: Udaypartap Singh | Roll No: 2610997576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BCPS • Digital Literacy                                    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What digital literacy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Use devices and information effectively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Make informed choices online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Act safely and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BCPS • Digital Literacy                                    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Organizing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Choose clear, descriptive file names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Group related work in folders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Keep backups in a second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BCPS • Digital Literacy                                    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Finding reliable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Check author and publication date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Look for evidence and cited sources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Cross-check important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BCPS • Digital Literacy                                    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Online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Use unique passwords and MFA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Recognize suspicious links and messages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Update software and protect personal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BCPS • Digital Literacy                                    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Communicating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Use a respectful tone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Protect your own and others’ privacy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Credit creators and respect copyright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BCPS • Digital Literacy                                    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Office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Writer: create structured documents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Calc: organize data and calculate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Impress: explain ideas visually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BCPS • Digital Literacy                                    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Summary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Organize files, verify information, protect accounts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Questions?</a:t>
            </a:r>
          </a:p>
          <a:p>
            <a:pPr>
              <a:spcAft>
                <a:spcPts val="1800"/>
              </a:spcAft>
              <a:defRPr sz="2200">
                <a:solidFill>
                  <a:srgbClr val="2A3642"/>
                </a:solidFill>
              </a:defRPr>
            </a:pPr>
            <a:r>
              <a:t>Sources: CISA Secure Our World; UNESCO Media and Information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BCPS • Digital Literacy                                    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